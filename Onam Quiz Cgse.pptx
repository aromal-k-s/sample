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68" r:id="rId19"/>
    <p:sldId id="282" r:id="rId20"/>
    <p:sldId id="28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096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31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11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30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25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462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64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52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64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223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77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0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07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684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8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6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8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9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0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3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4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5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6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2268" y="3671316"/>
            <a:ext cx="3995928" cy="3995928"/>
          </a:xfrm>
          <a:prstGeom prst="ellipse">
            <a:avLst/>
          </a:prstGeom>
          <a:solidFill>
            <a:srgbClr val="7A1E3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75470" y="4144518"/>
            <a:ext cx="3049524" cy="3049524"/>
          </a:xfrm>
          <a:prstGeom prst="ellipse">
            <a:avLst/>
          </a:prstGeom>
          <a:solidFill>
            <a:srgbClr val="D4A017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48672" y="4617720"/>
            <a:ext cx="2103120" cy="2103120"/>
          </a:xfrm>
          <a:prstGeom prst="ellipse">
            <a:avLst/>
          </a:prstGeom>
          <a:solidFill>
            <a:srgbClr val="2C6E49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21874" y="5090922"/>
            <a:ext cx="1156716" cy="1156716"/>
          </a:xfrm>
          <a:prstGeom prst="ellipse">
            <a:avLst/>
          </a:prstGeom>
          <a:solidFill>
            <a:srgbClr val="D4A017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297180" y="-388620"/>
            <a:ext cx="2606040" cy="2606040"/>
          </a:xfrm>
          <a:prstGeom prst="ellipse">
            <a:avLst/>
          </a:prstGeom>
          <a:solidFill>
            <a:srgbClr val="7A1E3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" y="-80010"/>
            <a:ext cx="1988820" cy="1988820"/>
          </a:xfrm>
          <a:prstGeom prst="ellipse">
            <a:avLst/>
          </a:prstGeom>
          <a:solidFill>
            <a:srgbClr val="D4A017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228600"/>
            <a:ext cx="1371600" cy="1371600"/>
          </a:xfrm>
          <a:prstGeom prst="ellipse">
            <a:avLst/>
          </a:prstGeom>
          <a:solidFill>
            <a:srgbClr val="2C6E4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8650" y="537210"/>
            <a:ext cx="754380" cy="754380"/>
          </a:xfrm>
          <a:prstGeom prst="ellipse">
            <a:avLst/>
          </a:prstGeom>
          <a:solidFill>
            <a:srgbClr val="D4A017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9659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A0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ONAM QUIZ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5088636" y="3794760"/>
            <a:ext cx="201168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BF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 |  VSSC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0" y="45262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Harvest of Questions  •  15 Questions  •  20 Seconds Each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10928" y="4379976"/>
            <a:ext cx="3127248" cy="3127248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81260" y="4750308"/>
            <a:ext cx="2386584" cy="2386584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5120640"/>
            <a:ext cx="1645920" cy="164592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21924" y="5490972"/>
            <a:ext cx="905256" cy="905256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Quiz Works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07899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6E4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ക്വിസ് നടത്തിപ്പ്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Onam — general knowledge, no options given.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3500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6E4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15 ചോദ്യങ്ങൾ — ഓപ്ഷനുകൾ ഇല്ല.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2971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gets 20 seconds on the on-screen timer.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34015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6E4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ഓരോ ചോദ്യത്തിനും 20 സെക്കൻഡ് സമയം.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0233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as soon as you know it — quickest correct answer wins the round.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44531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6E4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ആദ്യം ശരിയുത്തരം പറയുന്നവർക്ക് പോയിന്റ്.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CGSE | VSSC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which year was Onam declared the national festival of Kerala?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1FC9EF-A69E-474F-8BEE-CF7209F8C225}"/>
              </a:ext>
            </a:extLst>
          </p:cNvPr>
          <p:cNvGrpSpPr/>
          <p:nvPr/>
        </p:nvGrpSpPr>
        <p:grpSpPr>
          <a:xfrm>
            <a:off x="666206" y="3185160"/>
            <a:ext cx="7863840" cy="1680754"/>
            <a:chOff x="666206" y="3185160"/>
            <a:chExt cx="7863840" cy="1680754"/>
          </a:xfrm>
        </p:grpSpPr>
        <p:sp>
          <p:nvSpPr>
            <p:cNvPr id="11" name="Shape 9"/>
            <p:cNvSpPr/>
            <p:nvPr/>
          </p:nvSpPr>
          <p:spPr>
            <a:xfrm>
              <a:off x="666206" y="3185160"/>
              <a:ext cx="7863840" cy="1517469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38052" y="3494314"/>
              <a:ext cx="73152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ഓണം കേരളത്തിൻറെ ദേശീയ ഉത്സവം ആക്കിയ വർഷം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3604CA35-9EAE-42AC-A27B-49386FF48DA7}"/>
              </a:ext>
            </a:extLst>
          </p:cNvPr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second day of Onam is also known by another name. What is it?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416F6E-DEDD-46A5-B27D-5ACDC99D27D1}"/>
              </a:ext>
            </a:extLst>
          </p:cNvPr>
          <p:cNvGrpSpPr/>
          <p:nvPr/>
        </p:nvGrpSpPr>
        <p:grpSpPr>
          <a:xfrm>
            <a:off x="640080" y="3289663"/>
            <a:ext cx="7863840" cy="1737360"/>
            <a:chOff x="640080" y="3289663"/>
            <a:chExt cx="7863840" cy="1737360"/>
          </a:xfrm>
        </p:grpSpPr>
        <p:sp>
          <p:nvSpPr>
            <p:cNvPr id="11" name="Shape 9"/>
            <p:cNvSpPr/>
            <p:nvPr/>
          </p:nvSpPr>
          <p:spPr>
            <a:xfrm>
              <a:off x="640080" y="3289663"/>
              <a:ext cx="7863840" cy="1465217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77240" y="3655423"/>
              <a:ext cx="772668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രണ്ടാം ഓണം മറ്റൊരു പേരിലും അറിയപ്പെടുന്നു ഏതു പേരിൽ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DC1B027B-2DEF-4B9B-B939-9318DB362863}"/>
              </a:ext>
            </a:extLst>
          </p:cNvPr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of </a:t>
            </a:r>
            <a:r>
              <a:rPr lang="en-US" sz="2700" b="1" dirty="0" err="1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Mahabali’s</a:t>
            </a:r>
            <a:r>
              <a:rPr lang="en-US" sz="27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father?</a:t>
            </a:r>
            <a:endParaRPr lang="en-US" sz="27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271CC0-3852-4E78-965A-FBF3D94E716C}"/>
              </a:ext>
            </a:extLst>
          </p:cNvPr>
          <p:cNvGrpSpPr/>
          <p:nvPr/>
        </p:nvGrpSpPr>
        <p:grpSpPr>
          <a:xfrm>
            <a:off x="640080" y="2616926"/>
            <a:ext cx="7863840" cy="1783080"/>
            <a:chOff x="640080" y="3017520"/>
            <a:chExt cx="7863840" cy="1783080"/>
          </a:xfrm>
        </p:grpSpPr>
        <p:sp>
          <p:nvSpPr>
            <p:cNvPr id="11" name="Shape 9"/>
            <p:cNvSpPr/>
            <p:nvPr/>
          </p:nvSpPr>
          <p:spPr>
            <a:xfrm>
              <a:off x="640080" y="3017520"/>
              <a:ext cx="7863840" cy="1162594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22959" y="3429000"/>
              <a:ext cx="73152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മഹാബലിയുടെ പിതാവിൻറെ പേര്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 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55059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of the word </a:t>
            </a:r>
            <a:r>
              <a:rPr lang="en-US" sz="2700" b="1" dirty="0" err="1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Mahabali</a:t>
            </a:r>
            <a:r>
              <a:rPr lang="en-US" sz="27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7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105F2B-14D4-4FE1-B4BD-D9456ABEAD29}"/>
              </a:ext>
            </a:extLst>
          </p:cNvPr>
          <p:cNvGrpSpPr/>
          <p:nvPr/>
        </p:nvGrpSpPr>
        <p:grpSpPr>
          <a:xfrm>
            <a:off x="640080" y="2605823"/>
            <a:ext cx="7863840" cy="1682930"/>
            <a:chOff x="533400" y="2834641"/>
            <a:chExt cx="7863840" cy="1682930"/>
          </a:xfrm>
        </p:grpSpPr>
        <p:sp>
          <p:nvSpPr>
            <p:cNvPr id="11" name="Shape 9"/>
            <p:cNvSpPr/>
            <p:nvPr/>
          </p:nvSpPr>
          <p:spPr>
            <a:xfrm>
              <a:off x="533400" y="2834641"/>
              <a:ext cx="7863840" cy="960120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85800" y="3145971"/>
              <a:ext cx="73152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മഹാബലി എന്ന വാക്കിനർത്ഥം എന്താണ്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 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72800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</a:t>
            </a:r>
            <a:r>
              <a:rPr lang="en-US" sz="2700" b="1" dirty="0" err="1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Mahabali’s</a:t>
            </a:r>
            <a:r>
              <a:rPr lang="en-US" sz="27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real name?</a:t>
            </a:r>
            <a:endParaRPr lang="en-US" sz="27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BA19B2-B4AD-4773-8B1E-E86ECBCE5365}"/>
              </a:ext>
            </a:extLst>
          </p:cNvPr>
          <p:cNvGrpSpPr/>
          <p:nvPr/>
        </p:nvGrpSpPr>
        <p:grpSpPr>
          <a:xfrm>
            <a:off x="640080" y="2676797"/>
            <a:ext cx="7863840" cy="1230085"/>
            <a:chOff x="640080" y="2880360"/>
            <a:chExt cx="7863840" cy="1230085"/>
          </a:xfrm>
        </p:grpSpPr>
        <p:sp>
          <p:nvSpPr>
            <p:cNvPr id="11" name="Shape 9"/>
            <p:cNvSpPr/>
            <p:nvPr/>
          </p:nvSpPr>
          <p:spPr>
            <a:xfrm>
              <a:off x="640080" y="2880360"/>
              <a:ext cx="7863840" cy="1005840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90154" y="3200400"/>
              <a:ext cx="7315200" cy="9100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മഹാബലിയുടെ യഥാർത്ഥ പേര് എന്താണ്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30026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From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Atham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Uthradam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there is one day when the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Pookalam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made in a square shape. Which day is it?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7F80EF-F573-4D26-84B5-E015264B7B74}"/>
              </a:ext>
            </a:extLst>
          </p:cNvPr>
          <p:cNvGrpSpPr/>
          <p:nvPr/>
        </p:nvGrpSpPr>
        <p:grpSpPr>
          <a:xfrm>
            <a:off x="571500" y="3542211"/>
            <a:ext cx="8092440" cy="1444752"/>
            <a:chOff x="685800" y="4160520"/>
            <a:chExt cx="8092440" cy="1444752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8092440" cy="1444752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55616" y="4233672"/>
              <a:ext cx="7774577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അത്തം മുതൽ ഉത്രാടം വരെയുള്ള പൂക്കളങ്ങളിൽ ഒരു ദിവസം ചതുരത്തിലാണ് പൂക്കളം ഇടുന്നത്  ഏതു നാളിലാണിത്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 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49317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592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was the name of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Mahabali's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wife?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2C4A98-F4BC-4802-AB60-7F4D4504A5D6}"/>
              </a:ext>
            </a:extLst>
          </p:cNvPr>
          <p:cNvGrpSpPr/>
          <p:nvPr/>
        </p:nvGrpSpPr>
        <p:grpSpPr>
          <a:xfrm>
            <a:off x="640080" y="2606040"/>
            <a:ext cx="7863840" cy="1554480"/>
            <a:chOff x="685800" y="4160520"/>
            <a:chExt cx="7863840" cy="1554480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7863840" cy="820783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20" y="4343400"/>
              <a:ext cx="73152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മഹാബലിയുടെ പത്നിയുടെ പേര്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7472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05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Who was the father of Vamana, the incarnation of Lord Vishnu?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367622-F8EF-410D-B0AE-5B06B181D41F}"/>
              </a:ext>
            </a:extLst>
          </p:cNvPr>
          <p:cNvGrpSpPr/>
          <p:nvPr/>
        </p:nvGrpSpPr>
        <p:grpSpPr>
          <a:xfrm>
            <a:off x="640080" y="3125071"/>
            <a:ext cx="7863840" cy="1151709"/>
            <a:chOff x="777240" y="4160520"/>
            <a:chExt cx="7863840" cy="1151709"/>
          </a:xfrm>
        </p:grpSpPr>
        <p:sp>
          <p:nvSpPr>
            <p:cNvPr id="11" name="Shape 9"/>
            <p:cNvSpPr/>
            <p:nvPr/>
          </p:nvSpPr>
          <p:spPr>
            <a:xfrm>
              <a:off x="777240" y="4160520"/>
              <a:ext cx="7863840" cy="1151709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20" y="4343400"/>
              <a:ext cx="7315200" cy="9688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വിഷ്ണുവിന്റെ അവതാരമായ വാമനന്റെ പിതാവ് ആരാണ്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6607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Vamana was which incarnation of Lord Vishnu among the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Dashavatara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(ten incarnations)?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060608-16DC-402D-B70B-7CD3B7BADCE9}"/>
              </a:ext>
            </a:extLst>
          </p:cNvPr>
          <p:cNvGrpSpPr/>
          <p:nvPr/>
        </p:nvGrpSpPr>
        <p:grpSpPr>
          <a:xfrm>
            <a:off x="640080" y="3108960"/>
            <a:ext cx="7863840" cy="1554480"/>
            <a:chOff x="685800" y="4160520"/>
            <a:chExt cx="7863840" cy="1554480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7863840" cy="1554480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20" y="4343400"/>
              <a:ext cx="745236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ദശാവതാരങ്ങളിൽ മഹാവിഷ്ണുവിൻറെ എത്രാമത്തെ അവതാരം ആയിരുന്നു വാമനൻ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71169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5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was the name of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Mahabali's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son?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B1BAFDE-37FA-44FA-86A6-30DA34B1DDDC}"/>
              </a:ext>
            </a:extLst>
          </p:cNvPr>
          <p:cNvGrpSpPr/>
          <p:nvPr/>
        </p:nvGrpSpPr>
        <p:grpSpPr>
          <a:xfrm>
            <a:off x="640080" y="2681369"/>
            <a:ext cx="7863840" cy="868680"/>
            <a:chOff x="685800" y="4160520"/>
            <a:chExt cx="7863840" cy="868680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7863840" cy="868680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20" y="4343400"/>
              <a:ext cx="73152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മഹാബലിയുടെ പുത്രൻറെ പേര് എന്താണ്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67356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11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925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Where did Vamana send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Mahabali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after placing his foot on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Mahabali's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head?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CE581E-DB2B-4468-B656-14A25E42BE9A}"/>
              </a:ext>
            </a:extLst>
          </p:cNvPr>
          <p:cNvGrpSpPr/>
          <p:nvPr/>
        </p:nvGrpSpPr>
        <p:grpSpPr>
          <a:xfrm>
            <a:off x="601484" y="3091543"/>
            <a:ext cx="8035834" cy="1554480"/>
            <a:chOff x="685800" y="4160520"/>
            <a:chExt cx="7863840" cy="1554480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7863840" cy="129104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20" y="4343400"/>
              <a:ext cx="741752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വാമനൻ മഹാബലിയുടെ തലയിൽ കാലു വച്ച് മഹാബലിയെ എവിടേക്കാണ് അയച്ചത്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 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82485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620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Which deity is associated with the Onam festival?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A837C3-21B1-4FFD-94A5-603668FB44B9}"/>
              </a:ext>
            </a:extLst>
          </p:cNvPr>
          <p:cNvGrpSpPr/>
          <p:nvPr/>
        </p:nvGrpSpPr>
        <p:grpSpPr>
          <a:xfrm>
            <a:off x="640080" y="2550522"/>
            <a:ext cx="7863840" cy="1169126"/>
            <a:chOff x="685800" y="4160520"/>
            <a:chExt cx="7863840" cy="1169126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7863840" cy="116912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20" y="4343400"/>
              <a:ext cx="7315200" cy="9862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ഓണം ഉത്സവവുമായി ബന്ധപ്പെട്ട ദേവൻ ആരാണ്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55569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IN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Which Veda mentions Onam?</a:t>
            </a:r>
            <a:endParaRPr lang="en-US" sz="27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1BE7CD6-00F5-4163-823E-E85BFDD78999}"/>
              </a:ext>
            </a:extLst>
          </p:cNvPr>
          <p:cNvGrpSpPr/>
          <p:nvPr/>
        </p:nvGrpSpPr>
        <p:grpSpPr>
          <a:xfrm>
            <a:off x="596537" y="2532888"/>
            <a:ext cx="7863840" cy="758952"/>
            <a:chOff x="685800" y="4160520"/>
            <a:chExt cx="7863840" cy="758952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7863840" cy="758952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20" y="4343400"/>
              <a:ext cx="7315200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ഓണത്തെക്കുറിച്ച് പരാമർശിക്കുന്ന വേദം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78498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14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946" y="1760220"/>
            <a:ext cx="78638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When is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Piller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Onam celebrated?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1DE442-DED0-454B-BE57-3039DA1BF419}"/>
              </a:ext>
            </a:extLst>
          </p:cNvPr>
          <p:cNvGrpSpPr/>
          <p:nvPr/>
        </p:nvGrpSpPr>
        <p:grpSpPr>
          <a:xfrm>
            <a:off x="640080" y="2407920"/>
            <a:ext cx="8092440" cy="777240"/>
            <a:chOff x="685800" y="4160520"/>
            <a:chExt cx="8092440" cy="777240"/>
          </a:xfrm>
        </p:grpSpPr>
        <p:sp>
          <p:nvSpPr>
            <p:cNvPr id="11" name="Shape 9"/>
            <p:cNvSpPr/>
            <p:nvPr/>
          </p:nvSpPr>
          <p:spPr>
            <a:xfrm>
              <a:off x="685800" y="4160520"/>
              <a:ext cx="8092440" cy="777240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60119" y="4343400"/>
              <a:ext cx="7678784" cy="472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എന്നാണ് പിള്ളേരോണം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 </a:t>
              </a: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ആഘോഷിക്കുന്നത്</a:t>
              </a:r>
              <a:r>
                <a:rPr lang="en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?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5581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7A1E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</a:rPr>
              <a:t>15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8A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ഓണം ക്വിസ്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863840" cy="9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which river is the famous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Aranmula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700" b="1" dirty="0" err="1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Vallamkali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traditionally associated with Onam, held?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8A34CB-FECD-430A-82C9-F3D262EEA25A}"/>
              </a:ext>
            </a:extLst>
          </p:cNvPr>
          <p:cNvGrpSpPr/>
          <p:nvPr/>
        </p:nvGrpSpPr>
        <p:grpSpPr>
          <a:xfrm>
            <a:off x="555171" y="3027099"/>
            <a:ext cx="8125097" cy="1214846"/>
            <a:chOff x="548640" y="3296194"/>
            <a:chExt cx="7863840" cy="1572986"/>
          </a:xfrm>
        </p:grpSpPr>
        <p:sp>
          <p:nvSpPr>
            <p:cNvPr id="11" name="Shape 9"/>
            <p:cNvSpPr/>
            <p:nvPr/>
          </p:nvSpPr>
          <p:spPr>
            <a:xfrm>
              <a:off x="548640" y="3296194"/>
              <a:ext cx="7863840" cy="1572986"/>
            </a:xfrm>
            <a:prstGeom prst="roundRect">
              <a:avLst>
                <a:gd name="adj" fmla="val 6316"/>
              </a:avLst>
            </a:prstGeom>
            <a:solidFill>
              <a:srgbClr val="FBF3E1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702129" y="3497580"/>
              <a:ext cx="7556862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5000"/>
                </a:lnSpc>
              </a:pPr>
              <a:r>
                <a:rPr lang="ml-IN" sz="2200" b="1" dirty="0">
                  <a:solidFill>
                    <a:srgbClr val="5A1530"/>
                  </a:solidFill>
                  <a:latin typeface="Nirmala UI" pitchFamily="34" charset="0"/>
                  <a:ea typeface="Nirmala UI" pitchFamily="34" charset="-122"/>
                  <a:cs typeface="Nirmala UI" pitchFamily="34" charset="-120"/>
                </a:rPr>
                <a:t>ഓണത്തിന് പ്രധാനമായും ഒരുക്കുന്ന ആറന്മുള വള്ളംകളി ഏതു നദിയിലാണ് നടത്തുന്നത്</a:t>
              </a:r>
              <a:endParaRPr lang="en-US" sz="2200" dirty="0"/>
            </a:p>
          </p:txBody>
        </p:sp>
      </p:grp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06840" y="1965960"/>
            <a:ext cx="2651760" cy="2651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23921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4700" y="374904"/>
            <a:ext cx="5559552" cy="5559552"/>
          </a:xfrm>
          <a:prstGeom prst="ellipse">
            <a:avLst/>
          </a:prstGeom>
          <a:solidFill>
            <a:srgbClr val="7A1E3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73068" y="1033272"/>
            <a:ext cx="4242816" cy="4242816"/>
          </a:xfrm>
          <a:prstGeom prst="ellipse">
            <a:avLst/>
          </a:prstGeom>
          <a:solidFill>
            <a:srgbClr val="D4A017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631436" y="1691640"/>
            <a:ext cx="2926080" cy="2926080"/>
          </a:xfrm>
          <a:prstGeom prst="ellipse">
            <a:avLst/>
          </a:prstGeom>
          <a:solidFill>
            <a:srgbClr val="2C6E49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89804" y="2350008"/>
            <a:ext cx="1609344" cy="1609344"/>
          </a:xfrm>
          <a:prstGeom prst="ellipse">
            <a:avLst/>
          </a:prstGeom>
          <a:solidFill>
            <a:srgbClr val="D4A017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ഓണാശംസകൾ!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ONAM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48" y="6140849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BF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taking part</a:t>
            </a:r>
            <a:endParaRPr lang="en-US" sz="2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4700" y="374904"/>
            <a:ext cx="5559552" cy="5559552"/>
          </a:xfrm>
          <a:prstGeom prst="ellipse">
            <a:avLst/>
          </a:prstGeom>
          <a:solidFill>
            <a:srgbClr val="7A1E3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02331" y="1611085"/>
            <a:ext cx="3161212" cy="3091543"/>
          </a:xfrm>
          <a:prstGeom prst="ellipse">
            <a:avLst/>
          </a:prstGeom>
          <a:solidFill>
            <a:srgbClr val="D4A017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Nirmala UI" pitchFamily="34" charset="-120"/>
              </a:rPr>
              <a:t>ANSWERS</a:t>
            </a:r>
            <a:endParaRPr lang="en-US" sz="40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629557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2972" y="-480060"/>
            <a:ext cx="2606040" cy="2606040"/>
          </a:xfrm>
          <a:prstGeom prst="ellipse">
            <a:avLst/>
          </a:prstGeom>
          <a:solidFill>
            <a:srgbClr val="7A1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1582" y="-171450"/>
            <a:ext cx="1988820" cy="1988820"/>
          </a:xfrm>
          <a:prstGeom prst="ellipse">
            <a:avLst/>
          </a:prstGeom>
          <a:solidFill>
            <a:srgbClr val="D4A01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37160"/>
            <a:ext cx="1371600" cy="1371600"/>
          </a:xfrm>
          <a:prstGeom prst="ellipse">
            <a:avLst/>
          </a:prstGeom>
          <a:solidFill>
            <a:srgbClr val="2C6E4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88802" y="445770"/>
            <a:ext cx="754380" cy="754380"/>
          </a:xfrm>
          <a:prstGeom prst="ellipse">
            <a:avLst/>
          </a:prstGeom>
          <a:solidFill>
            <a:srgbClr val="D4A017">
              <a:alpha val="3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 | VSSC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9616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519</Words>
  <Application>Microsoft Office PowerPoint</Application>
  <PresentationFormat>Widescreen</PresentationFormat>
  <Paragraphs>131</Paragraphs>
  <Slides>20</Slides>
  <Notes>20</Notes>
  <HiddenSlides>0</HiddenSlides>
  <MMClips>15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Aromal Ks</cp:lastModifiedBy>
  <cp:revision>14</cp:revision>
  <dcterms:created xsi:type="dcterms:W3CDTF">2026-08-17T13:16:56Z</dcterms:created>
  <dcterms:modified xsi:type="dcterms:W3CDTF">2026-08-18T03:58:02Z</dcterms:modified>
</cp:coreProperties>
</file>